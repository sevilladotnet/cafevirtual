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Presenta el formato: un café y una charla distendida con un invitado especial sobre tecnologías .NET, para conocerlo mejor. Hoy nos acompaña Rodrigo Díaz Concha desde Aguascalientes, México. Recuerda a la audiencia que puede dejar preguntas en el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invitado. Datos de su web (rdiazconcha.com) y de su perfil de Sessionize: Solutions Architect en IA y nube, más de 25 años de experiencia, Microsoft Regional Director, 18 veces Microsoft MVP, Certificate of Business Excellence de UC Berkeley y Partnering Consultant en Solliance. Vive en Aguascalientes, México. Otros datos para comentar: arquitecto certificado por el SEI de Carnegie Mellon, fue Chief Software Architect en Lumed (salud digital y telemedicina), fundó la comunidad .NET Latam y conduce Interfaz Podcast. Pídele que corrija o actualice lo que haga falta: algunas biografías públicas tienen ya unos años.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tomadas de rdiazconcha.com en octubre de 2026: más de 25 años de experiencia, 18 veces Microsoft MVP, 97 cursos en LinkedIn Learning (76 en español y 21 en inglés) y más de 800.000 estudiantes. Su curso más seguido es "Expert Domain-Driven Design (DDD) Implementation in .NET", con unos 79.000 estudiantes. Como ponente aparece en NDC Porto, GoTech World 2019 (Bucarest) y .NET Conf CO 2017 (Medellín). La biografía de .NET Foundation habla de más de 140 episodios de Interfaz Podcast; es un dato antiguo, pregúntale la cifra actual.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Repasa la agenda en medio minuto. Antes del primer bloque viene el rompehielos. Reparto orientativo: dos preguntas de inicios, tres de comunidad, tres sobre enseñar, dos sobre .NET, cuatro sobre IA y una de cierre. Son quince en total, así que si la charla se alarga puedes saltarte alguna sin que se note. Deja margen al final para preguntas del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dos primeras son las preguntas fijas del formato. La tercera es un guiño: Rodrigo tiene en LinkedIn Learning una serie de cursos titulada "con un café" (DevOps, microservicios, IA y machine learning), así que viene al Café Virtual con ventaja. En su perfil personal cita como aficiones la lectura y el cine, por si quieres tirar del hilo.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clásica del formato. Repreguntas: ¿cómo era empezar en el software en Aguascalientes hace más de 25 años? ¿Qué fue lo primero que programaste? ¿Hubo alguien que te metiera el gusanillo?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Contexto: es arquitecto certificado por el SEI de Carnegie Mellon, fue Chief Software Architect en Lumed (salud digital y telemedicina) y hoy es Partnering Consultant en Solliance. También tiene un Certificate of Business Excellence de UC Berkeley. Repreguntas: ¿qué te aportó la formación de negocio en Berkeley? ¿Qué error de arquitectura recuerdas con más cariño? ¿Un arquitecto debe seguir programando?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 web indica 18 reconocimientos como Microsoft MVP, además de Microsoft Regional Director. En Sessionize se presenta también como C# Corner MVP y Dapr Meteor. Repreguntas: ¿qué diferencia hay en el día a día entre ser MVP y ser Regional Director? ¿Qué le dirías a quien quiere optar hoy al MVP? ¿En qué categorías has estado a lo largo de los años?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Sus biografías públicas lo citan como autor de los primeros libros en español sobre Silverlight 5 y Xamarin.Forms. El segundo es "Xamarin.Forms en acción: Aplicaciones de negocio" (2017). Repreguntas: ¿volverías a escribir un libro técnico en papel? ¿Cómo ves hoy la interfaz de usuario multiplataforma en .NET, con MAUI, Blazor y Avalonia? Tiene cursos de WPF, MAUI y Blazor, así que da para un buen 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Según su biografía en .NET Foundation, Interfaz Podcast es un programa semanal en español sobre arquitectura, desarrollo y .NET con más de 140 episodios, y él fundó la comunidad .NET Latam en Facebook. Son datos de hace unos años: pregúntale si el podcast sigue activo y cómo está hoy la comunidad. Repreguntas: ¿qué diferencias ves entre la comunidad en México, en España y en Estados Unidos? ¿Qué entrevista del podcast recuerdas con más cariño?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 web lista 97 cursos: 76 en español y 21 en inglés, con más de 800.000 estudiantes en total. El más seguido es "Expert Domain-Driven Design (DDD) Implementation in .NET", con unos 79.000. Ha ido publicando cursos esenciales de las sucesivas versiones de .NET, de la 5 a la 10. Repreguntas: ¿qué cambia al grabar en inglés frente al español? ¿Cómo mantienes al día un catálogo así cuando .NET saca versión cada año? ¿Cuánto tiempo real lleva un curso?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guiño de la noche: estamos en un Café Virtual y él tiene cuatro cursos "con un café". Cifras de su web: "DevOps con un café" (unos 42.700 estudiantes), "Inteligencia artificial con un café" (unos 38.500), "Microservicios con un café" (unos 25.600) y "Machine learning con un café" (unos 6.100). Repreguntas: ¿por qué crees que el formato corto funciona tan bien? ¿Qué tema te falta por explicar con un café?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el bloque de formación y deja sembrado el tema de la IA, que vuelve después del bloque de .NET. Repreguntas: ¿siguen teniendo sentido los cursos de preparación de certificaciones como AZ-900 o AZ-305? ¿Qué debe aprender de verdad alguien junior y qué puede delegar? ¿Usas IA para preparar tus propios cursos?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Rodrigo lleva años publicando un curso esencial por cada versión de .NET; el último es ".NET 10 Esencial", así que tiene la foto completa de cómo ha evolucionado la plataforma. Repreguntas: ¿sigue siendo .NET tu primera opción para un proyecto nuevo? ¿Qué parte de la plataforma crees que está más infravalorada? ¿El ritmo de una versión al año ayuda o agota a los equipos? ¿Qué le pedirías a Microsoft si pudieras elegir una sola cosa?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Contexto: .NET 11 está en preview desde febrero de 2026 y se espera para noviembre, como versión de soporte estándar (STS). Lo que más se comenta de C# 15 son los union types y, en el runtime, el nuevo modelo de async. Confirma el estado antes del directo por si ya hay fecha o release candidate. Repreguntas: ¿qué novedad esperas con más ganas? ¿Puede .NET ser una plataforma de primera para IA o irá siempre por detrás de Python? ¿Qué papel le ves al open source y a la comunidad en lo que viene? ¿Dónde te imaginas .NET dentro de cinco años?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opinión para abrir el bloque antes de entrar en lo técnico. Él se presenta como arquitecto de IA y nube y tiene un curso sobre principios de IA responsable, así que puede dar una visión con matices. Repreguntas: ¿en qué ha cambiado ya tu forma de trabajar en el día a día? ¿Qué uso de la IA te parece sobrevalorado y cuál infravalorado? ¿Nos va a quitar el trabajo a los desarrolladores o nos lo va a cambiar? ¿Hay algo que te preocupe?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 catálogo reciente va claramente hacia la IA: "Creating Agentic AI Solutions with Microsoft Foundry", ".NET a fondo: Agentes de IA con Semantic Kernel", "Azure OpenAI: Advanced Topics" y "Creating Generative AI Solutions and Copilots with Azure AI Foundry". Ya en 2019 tenía un curso de machine learning e IA en Azure. Repreguntas: ¿fue una apuesta o te lo pidieron los clientes? ¿Qué tipo de proyectos de IA estás viendo en Solliance?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 sus cursos más recientes están "Microsoft Agent Framework esencial" y "Model Context Protocol (MCP) y Agent2Agent (A2A) esencial". Repreguntas: ¿cuándo elegir Semantic Kernel y cuándo Agent Framework? ¿Dónde encaja Dapr en una arquitectura de agentes? (se presenta como Dapr Meteor y tiene varios cursos de Dapr). ¿Cuál es el fallo más común que ves en los primeros proyectos con agentes?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 curso más seguido es de Domain-Driven Design, así que es buen momento para preguntar por el diseño. Repreguntas: ¿DDD importa más o menos cuando genera el código una IA? ¿Cómo revisas la arquitectura de algo que no has escrito tú? ¿Qué tecnología te ha impresionado de verdad en el último año?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cierre. Repreguntas: ¿hay otro libro en camino? ¿Qué cursos estás preparando? ¿Te veremos en algún evento en España? Después abre el turno de preguntas del chat y pídele que diga dónde seguirle: rdiazconcha.com, LinkedIn, X y GitHub (rdiazconcha en todos).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 a Rodrigo su tiempo y a la audiencia su compañía. Recuerda sus canales: rdiazconcha.com, LinkedIn, X y GitHub. Anuncia el próximo Café Virtual si ya hay fecha.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E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333500" y="2705100"/>
            <a:ext cx="9525000" cy="164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333500" y="812800"/>
            <a:ext cx="100457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333500" y="2705100"/>
            <a:ext cx="9525000" cy="164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333500" y="812800"/>
            <a:ext cx="100457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aza de café humeante rodeada de granos de café">    </p:cNvPr>
          <p:cNvPicPr>
            <a:picLocks noChangeAspect="1"/>
          </p:cNvPicPr>
          <p:nvPr/>
        </p:nvPicPr>
        <p:blipFill>
          <a:blip r:embed="rId1"/>
          <a:srcRect l="0" r="0" t="5000" b="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Logo de SevillaDotNet Café Virtual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2984500"/>
            <a:ext cx="1270000" cy="1270000"/>
          </a:xfrm>
          <a:prstGeom prst="roundRect">
            <a:avLst>
              <a:gd name="adj" fmla="val 12000"/>
            </a:avLst>
          </a:prstGeom>
        </p:spPr>
      </p:pic>
      <p:sp>
        <p:nvSpPr>
          <p:cNvPr id="5" name="Text 0"/>
          <p:cNvSpPr/>
          <p:nvPr/>
        </p:nvSpPr>
        <p:spPr>
          <a:xfrm>
            <a:off x="812800" y="4610100"/>
            <a:ext cx="497078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300" kern="0" dirty="0">
                <a:solidFill>
                  <a:srgbClr val="1E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SEVILLADOTNET</a:t>
            </a:r>
            <a:endParaRPr lang="en-US" sz="1200" dirty="0"/>
          </a:p>
        </p:txBody>
      </p:sp>
      <p:sp>
        <p:nvSpPr>
          <p:cNvPr id="6" name="Text 1"/>
          <p:cNvSpPr/>
          <p:nvPr>
            <p:ph type="title"/>
          </p:nvPr>
        </p:nvSpPr>
        <p:spPr>
          <a:xfrm>
            <a:off x="812800" y="4884390"/>
            <a:ext cx="4970780" cy="6400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CAFÉ VIRTUAL</a:t>
            </a:r>
            <a:endParaRPr lang="en-US" sz="4400" dirty="0"/>
          </a:p>
        </p:txBody>
      </p:sp>
      <p:sp>
        <p:nvSpPr>
          <p:cNvPr id="7" name="Text 2"/>
          <p:cNvSpPr/>
          <p:nvPr/>
        </p:nvSpPr>
        <p:spPr>
          <a:xfrm>
            <a:off x="812800" y="5575250"/>
            <a:ext cx="49707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1E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 Rodrigo Díaz Concha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854444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INVITADO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14090"/>
            <a:ext cx="6854444" cy="125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Rodrigo</a:t>
            </a:r>
            <a:endParaRPr lang="en-US" sz="4400" dirty="0"/>
          </a:p>
          <a:p>
            <a:pPr algn="l" indent="0" marL="0">
              <a:lnSpc>
                <a:spcPts val="4840"/>
              </a:lnSpc>
              <a:buNone/>
            </a:pPr>
            <a:r>
              <a:rPr lang="en-US" sz="4400" b="0" i="0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DÍAZ CONCHA</a:t>
            </a:r>
            <a:endParaRPr lang="en-US" sz="44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646611"/>
            <a:ext cx="1524000" cy="50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2900611"/>
            <a:ext cx="6854444" cy="14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Arquitecto de soluciones especializado en IA y nube, con más de 25 años de experiencia. Microsoft Regional Director, 18 veces Microsoft MVP y autor de 97 cursos en LinkedIn Learning. Escribió los primeros libros en español sobre Silverlight 5 y Xamarin.Forms.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4576961"/>
            <a:ext cx="68544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Aguascalientes, México · Partnering Consultant en Solliance</a:t>
            </a:r>
            <a:endParaRPr lang="en-US" sz="1200" dirty="0"/>
          </a:p>
        </p:txBody>
      </p:sp>
      <p:pic>
        <p:nvPicPr>
          <p:cNvPr id="7" name="Image 1" descr="Retrato de Rodrigo Díaz Concha">    </p:cNvPr>
          <p:cNvPicPr>
            <a:picLocks noChangeAspect="1"/>
          </p:cNvPicPr>
          <p:nvPr/>
        </p:nvPicPr>
        <p:blipFill>
          <a:blip r:embed="rId2"/>
          <a:srcRect l="6" r="6" t="0" b="0"/>
          <a:stretch/>
        </p:blipFill>
        <p:spPr>
          <a:xfrm>
            <a:off x="8115300" y="850900"/>
            <a:ext cx="3225800" cy="3403600"/>
          </a:xfrm>
          <a:prstGeom prst="roundRect">
            <a:avLst>
              <a:gd name="adj" fmla="val 3543"/>
            </a:avLst>
          </a:prstGeom>
        </p:spPr>
      </p:pic>
      <p:sp>
        <p:nvSpPr>
          <p:cNvPr id="8" name="Shape 4"/>
          <p:cNvSpPr/>
          <p:nvPr/>
        </p:nvSpPr>
        <p:spPr>
          <a:xfrm>
            <a:off x="8096250" y="831850"/>
            <a:ext cx="3263900" cy="3441700"/>
          </a:xfrm>
          <a:prstGeom prst="roundRect">
            <a:avLst>
              <a:gd name="adj" fmla="val 4086"/>
            </a:avLst>
          </a:prstGeom>
          <a:noFill/>
          <a:ln w="38100">
            <a:solidFill>
              <a:srgbClr val="BF7F3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INVITADO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1249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Rodrigo en cifras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567335"/>
            <a:ext cx="2482850" cy="1733451"/>
          </a:xfrm>
          <a:prstGeom prst="roundRect">
            <a:avLst>
              <a:gd name="adj" fmla="val 5678"/>
            </a:avLst>
          </a:prstGeom>
          <a:solidFill>
            <a:srgbClr val="2A1F18"/>
          </a:solidFill>
          <a:ln w="6350">
            <a:solidFill>
              <a:srgbClr val="4A3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824510"/>
            <a:ext cx="2027555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73150" y="3515370"/>
            <a:ext cx="2027555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años de experiencia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08375" y="2567335"/>
            <a:ext cx="2482850" cy="1733451"/>
          </a:xfrm>
          <a:prstGeom prst="roundRect">
            <a:avLst>
              <a:gd name="adj" fmla="val 5678"/>
            </a:avLst>
          </a:prstGeom>
          <a:solidFill>
            <a:srgbClr val="2A1F18"/>
          </a:solidFill>
          <a:ln w="6350">
            <a:solidFill>
              <a:srgbClr val="4A3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65550" y="2824510"/>
            <a:ext cx="2027555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18×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765550" y="3515370"/>
            <a:ext cx="2027555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Microsoft MVP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00775" y="2567335"/>
            <a:ext cx="2482850" cy="1733451"/>
          </a:xfrm>
          <a:prstGeom prst="roundRect">
            <a:avLst>
              <a:gd name="adj" fmla="val 5678"/>
            </a:avLst>
          </a:prstGeom>
          <a:solidFill>
            <a:srgbClr val="2A1F18"/>
          </a:solidFill>
          <a:ln w="6350">
            <a:solidFill>
              <a:srgbClr val="4A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7950" y="2824510"/>
            <a:ext cx="2027555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97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57950" y="3515370"/>
            <a:ext cx="2027555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cursos en LinkedIn Learning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93175" y="2567335"/>
            <a:ext cx="2482850" cy="1733451"/>
          </a:xfrm>
          <a:prstGeom prst="roundRect">
            <a:avLst>
              <a:gd name="adj" fmla="val 5678"/>
            </a:avLst>
          </a:prstGeom>
          <a:solidFill>
            <a:srgbClr val="2A1F18"/>
          </a:solidFill>
          <a:ln w="6350">
            <a:solidFill>
              <a:srgbClr val="4A3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50350" y="2824510"/>
            <a:ext cx="2027555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800K+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150350" y="3515370"/>
            <a:ext cx="2027555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estudiantes en sus cursos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5252740"/>
            <a:ext cx="10883392" cy="61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Además: Microsoft Regional Director, fundador de .NET Latam, voz de Interfaz Podcast y ponente en NDC Porto, GoTech World y .NET Conf Colombia.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A9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Fuentes: rdiazconcha.com, Sessionize y .NET Foundation. Consultado en octubre de 2026.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926" b="59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00A">
              <a:alpha val="62000"/>
            </a:srgbClr>
          </a:solidFill>
          <a:ln/>
        </p:spPr>
      </p:sp>
      <p:sp>
        <p:nvSpPr>
          <p:cNvPr id="4" name="Text 1"/>
          <p:cNvSpPr/>
          <p:nvPr>
            <p:ph type="title"/>
          </p:nvPr>
        </p:nvSpPr>
        <p:spPr>
          <a:xfrm>
            <a:off x="812800" y="812800"/>
            <a:ext cx="3401060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3600" dirty="0"/>
          </a:p>
        </p:txBody>
      </p:sp>
      <p:pic>
        <p:nvPicPr>
          <p:cNvPr id="5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1518890"/>
            <a:ext cx="1524000" cy="50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800" y="1772890"/>
            <a:ext cx="3401060" cy="90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Cinco bloques para conocer a Rodrigo, de sus inicios a los agentes de IA.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724400" y="839440"/>
            <a:ext cx="876300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5753100" y="812800"/>
            <a:ext cx="57948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Inicios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753100" y="1155700"/>
            <a:ext cx="57948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Primer ordenador, primeros proyectos y el paso a arquitecto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724400" y="1675061"/>
            <a:ext cx="876300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5753100" y="1648420"/>
            <a:ext cx="57948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Comunidad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5753100" y="1991320"/>
            <a:ext cx="57948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MVP, Regional Director, libros, podcast y .NET Latam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24400" y="2510681"/>
            <a:ext cx="876300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5753100" y="2484041"/>
            <a:ext cx="57948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Enseñar a escala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5753100" y="2826941"/>
            <a:ext cx="57948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97 cursos, la serie «con un café» y las conferencias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724400" y="3346301"/>
            <a:ext cx="876300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5753100" y="3319661"/>
            <a:ext cx="57948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.NET hoy y mañana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5753100" y="3662561"/>
            <a:ext cx="57948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Estado actual de la plataforma, .NET 11 y hacia dónde va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724400" y="4181921"/>
            <a:ext cx="876300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3600" dirty="0"/>
          </a:p>
        </p:txBody>
      </p:sp>
      <p:sp>
        <p:nvSpPr>
          <p:cNvPr id="20" name="Text 16"/>
          <p:cNvSpPr/>
          <p:nvPr/>
        </p:nvSpPr>
        <p:spPr>
          <a:xfrm>
            <a:off x="5753100" y="4155281"/>
            <a:ext cx="57948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y agentes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5753100" y="4498181"/>
            <a:ext cx="6438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 opinión sobre la IA, Agent Framework, MCP y el futuro del arquitecto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000" b="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223C">
              <a:alpha val="68000"/>
            </a:srgbClr>
          </a:solidFill>
          <a:ln/>
        </p:spPr>
      </p:sp>
      <p:sp>
        <p:nvSpPr>
          <p:cNvPr id="4" name="Text 1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Rompamos el hielo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5975" y="3108325"/>
            <a:ext cx="3380284" cy="1449040"/>
          </a:xfrm>
          <a:prstGeom prst="roundRect">
            <a:avLst>
              <a:gd name="adj" fmla="val 6792"/>
            </a:avLst>
          </a:prstGeom>
          <a:solidFill>
            <a:srgbClr val="08223C">
              <a:alpha val="55000"/>
            </a:srgbClr>
          </a:solidFill>
          <a:ln w="6350">
            <a:solidFill>
              <a:srgbClr val="FBF6EC">
                <a:alpha val="4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3150" y="3365500"/>
            <a:ext cx="295191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FCA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SERIE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73150" y="3665190"/>
            <a:ext cx="295191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¿Nos recomendarías una serie?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405809" y="3108325"/>
            <a:ext cx="3380333" cy="1449040"/>
          </a:xfrm>
          <a:prstGeom prst="roundRect">
            <a:avLst>
              <a:gd name="adj" fmla="val 6792"/>
            </a:avLst>
          </a:prstGeom>
          <a:solidFill>
            <a:srgbClr val="08223C">
              <a:alpha val="55000"/>
            </a:srgbClr>
          </a:solidFill>
          <a:ln w="6350">
            <a:solidFill>
              <a:srgbClr val="FBF6EC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2984" y="3365500"/>
            <a:ext cx="295196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FCA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LIBRO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62984" y="3665190"/>
            <a:ext cx="295196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¿Te animarías a recomendar un libro?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995692" y="3267075"/>
            <a:ext cx="3380333" cy="1131540"/>
          </a:xfrm>
          <a:prstGeom prst="roundRect">
            <a:avLst>
              <a:gd name="adj" fmla="val 8698"/>
            </a:avLst>
          </a:prstGeom>
          <a:solidFill>
            <a:srgbClr val="08223C">
              <a:alpha val="55000"/>
            </a:srgbClr>
          </a:solidFill>
          <a:ln w="6350">
            <a:solidFill>
              <a:srgbClr val="FBF6EC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52867" y="3524250"/>
            <a:ext cx="295196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FCA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CAFÉ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52867" y="3823940"/>
            <a:ext cx="29519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¿Te gusta el café?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926" b="59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00A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12800" y="8128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INICIOS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1190625" y="2979390"/>
            <a:ext cx="9810750" cy="1122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0" i="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¿Cuál fue tu primer contacto con un ordenador?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2450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Café Virtual · SevillaDotNet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906218" y="6238280"/>
            <a:ext cx="14729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Pregunta 1 de 15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926" b="59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00A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12800" y="8128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INICIOS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1190625" y="2705100"/>
            <a:ext cx="9810750" cy="1671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0" i="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¿En qué momento dejaste de pensar como programador y empezaste a pensar como arquitecto?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2450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Café Virtual · SevillaDotNet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868297" y="6238280"/>
            <a:ext cx="15109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Pregunta 2 de 15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926" b="59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00A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12800" y="8128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COMUNIDAD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1190625" y="2705100"/>
            <a:ext cx="9810750" cy="1671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0" i="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Dieciocho veces Microsoft MVP. ¿Cómo recuerdas la primera y cómo ha cambiado el programa?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2450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Café Virtual · SevillaDotNet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868952" y="6238280"/>
            <a:ext cx="15102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Pregunta 3 de 15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926" b="59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00A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12800" y="8128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COMUNIDAD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1190625" y="2705100"/>
            <a:ext cx="9810750" cy="1671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0" i="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Silverlight 5 y Xamarin.Forms ya no están. ¿Qué te enseñó escribir los primeros libros en español sobre ellas?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2450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Café Virtual · SevillaDotNet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851271" y="6238280"/>
            <a:ext cx="15279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Pregunta 4 de 15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926" b="59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00A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12800" y="8128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COMUNIDAD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1190625" y="2705100"/>
            <a:ext cx="9810750" cy="1671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0" i="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Interfaz Podcast y .NET Latam: ¿qué te ha dado la comunidad hispanohablante y qué le falta hoy?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2450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Café Virtual · SevillaDotNet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868714" y="6238280"/>
            <a:ext cx="15104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Pregunta 5 de 15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926" b="59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00A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12800" y="8128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ENSEÑAR A ESCALA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1190625" y="2705100"/>
            <a:ext cx="9810750" cy="1671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0" i="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97 cursos en LinkedIn Learning. ¿Cómo se prepara uno, desde la idea hasta la grabación?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2450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Café Virtual · SevillaDotNet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860796" y="6238280"/>
            <a:ext cx="15184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Pregunta 6 de 15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926" b="59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00A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12800" y="8128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ENSEÑAR A ESCALA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1190625" y="2705100"/>
            <a:ext cx="9810750" cy="1671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0" i="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DevOps, microservicios, IA: todo «con un café». ¿De dónde salió la idea de esa serie?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2450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Café Virtual · SevillaDotNet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864487" y="6238280"/>
            <a:ext cx="15147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Pregunta 7 de 15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926" b="59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00A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12800" y="8128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ENSEÑAR A ESCALA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1190625" y="2705100"/>
            <a:ext cx="9810750" cy="1671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0" i="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¿Cómo ha cambiado la forma de aprender ahora que cualquiera puede preguntarle a una IA?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2450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Café Virtual · SevillaDotNet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855557" y="6238280"/>
            <a:ext cx="15236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Pregunta 8 de 15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926" b="59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00A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12800" y="8128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· .NET HOY Y MAÑANA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1190625" y="2979390"/>
            <a:ext cx="9810750" cy="1122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0" i="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¿Cómo ves .NET hoy? ¿Qué es lo mejor que tiene y qué le sigue faltando?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2450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Café Virtual · SevillaDotNet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860796" y="6238280"/>
            <a:ext cx="15184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Pregunta 9 de 15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926" b="59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00A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12800" y="8128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· .NET HOY Y MAÑANA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1190625" y="2705100"/>
            <a:ext cx="9810750" cy="1671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0" i="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.NET 11 está a la vuelta de la esquina. ¿Hacia dónde crees que va la plataforma en los próximos años?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2450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Café Virtual · SevillaDotNet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785072" y="6238280"/>
            <a:ext cx="15941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Pregunta 10 de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926" b="59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00A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12800" y="8128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IA Y AGENTES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1190625" y="3253730"/>
            <a:ext cx="9810750" cy="57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0" i="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opinas de la IA: revolución?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2450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Café Virtual · SevillaDotNet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840198" y="6238280"/>
            <a:ext cx="15390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Pregunta 11 de 15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926" b="59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00A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12800" y="8128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IA Y AGENTES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1190625" y="2705100"/>
            <a:ext cx="9810750" cy="1671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0" i="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.NET y Azure a los agentes de IA. ¿Qué es lo que más te llama la atención hoy?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2450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Café Virtual · SevillaDotNet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802336" y="6238280"/>
            <a:ext cx="15768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Pregunta 12 de 15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926" b="59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00A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12800" y="8128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IA Y AGENTES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1190625" y="2705100"/>
            <a:ext cx="9810750" cy="1671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0" i="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Framework, MCP, A2A: ¿qué funciona ya en producción y qué es todavía promesa?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2450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Café Virtual · SevillaDotNet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802991" y="6238280"/>
            <a:ext cx="15762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Pregunta 13 de 15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926" b="59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00A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12800" y="8128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IA Y AGENTES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1190625" y="2705100"/>
            <a:ext cx="9810750" cy="1671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0" i="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papel le queda al arquitecto de software cuando el código lo escribe un agente?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2450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Café Virtual · SevillaDotNet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785310" y="6238280"/>
            <a:ext cx="15938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Pregunta 14 de 15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926" b="59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00A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12800" y="8128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893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CIERRE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1190625" y="2979390"/>
            <a:ext cx="9810750" cy="1122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0" i="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consejo le darías a quien empieza hoy en .NET, y qué es lo próximo para ti?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2450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Café Virtual · SevillaDotNet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802753" y="6238280"/>
            <a:ext cx="15764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Pregunta 15 de 15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00A">
              <a:alpha val="62000"/>
            </a:srgbClr>
          </a:solidFill>
          <a:ln/>
        </p:spPr>
      </p:sp>
      <p:pic>
        <p:nvPicPr>
          <p:cNvPr id="4" name="Image 1" descr="Logo de SevillaDotNet Café Virtual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24500" y="1932980"/>
            <a:ext cx="1143000" cy="1143000"/>
          </a:xfrm>
          <a:prstGeom prst="roundRect">
            <a:avLst>
              <a:gd name="adj" fmla="val 13333"/>
            </a:avLst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4407396" y="3253780"/>
            <a:ext cx="3377208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840"/>
              </a:lnSpc>
              <a:buNone/>
            </a:pPr>
            <a:r>
              <a:rPr lang="en-US" sz="4400" b="1" i="0" spc="200" kern="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GRACIAS</a:t>
            </a:r>
            <a:endParaRPr lang="en-US" sz="4400" dirty="0"/>
          </a:p>
        </p:txBody>
      </p:sp>
      <p:pic>
        <p:nvPicPr>
          <p:cNvPr id="6" name="Image 2" descr="lin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34000" y="4046240"/>
            <a:ext cx="1524000" cy="254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590687" y="4249440"/>
            <a:ext cx="501062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BF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¡Te esperamos en el próximo Café Virtual!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2383810" y="4711700"/>
            <a:ext cx="74243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DE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Sigue a Rodrigo en rdiazconcha.com y como rdiazconcha en LinkedIn, X y GitHub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fé Virtual con Rodrigo Díaz Concha">
  <a:themeElements>
    <a:clrScheme name="Café Virtual con Rodrigo Díaz Concha">
      <a:dk1>
        <a:srgbClr val="1E1611"/>
      </a:dk1>
      <a:lt1>
        <a:srgbClr val="FBF6EC"/>
      </a:lt1>
      <a:dk2>
        <a:srgbClr val="342C27"/>
      </a:dk2>
      <a:lt2>
        <a:srgbClr val="C4BEB5"/>
      </a:lt2>
      <a:accent1>
        <a:srgbClr val="F8931D"/>
      </a:accent1>
      <a:accent2>
        <a:srgbClr val="08223C"/>
      </a:accent2>
      <a:accent3>
        <a:srgbClr val="FFCA08"/>
      </a:accent3>
      <a:accent4>
        <a:srgbClr val="0E2A44"/>
      </a:accent4>
      <a:accent5>
        <a:srgbClr val="B8A99A"/>
      </a:accent5>
      <a:accent6>
        <a:srgbClr val="9AA0A6"/>
      </a:accent6>
      <a:hlink>
        <a:srgbClr val="0563C1"/>
      </a:hlink>
      <a:folHlink>
        <a:srgbClr val="954F72"/>
      </a:folHlink>
    </a:clrScheme>
    <a:fontScheme name="Café Virtual con Rodrigo Díaz Concha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Café Virtual con Rodrigo Díaz Concha</dc:title>
  <dc:subject/>
  <dc:creator/>
  <cp:lastModifiedBy/>
  <cp:revision>1</cp:revision>
  <dcterms:created xsi:type="dcterms:W3CDTF">2026-10-05T10:45:37Z</dcterms:created>
  <dcterms:modified xsi:type="dcterms:W3CDTF">2026-10-05T10:45:37Z</dcterms:modified>
</cp:coreProperties>
</file>